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Interface That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Knows You're Not the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Person Twice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investing experience where the UI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itself based on who you are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what's happening right now.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09728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investing app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the same.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home screen. Same stock page. Same order form.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pushed through the same corridor.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91440" cy="91440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22-year-old beginner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€300, no clue what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P/E ratio 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07792" y="3200400"/>
            <a:ext cx="91440" cy="91440"/>
          </a:xfrm>
          <a:prstGeom prst="ellipse">
            <a:avLst/>
          </a:prstGeom>
          <a:solidFill>
            <a:srgbClr val="E88A8A"/>
          </a:solidFill>
          <a:ln/>
        </p:spPr>
      </p:sp>
      <p:sp>
        <p:nvSpPr>
          <p:cNvPr id="9" name="Text 7"/>
          <p:cNvSpPr/>
          <p:nvPr/>
        </p:nvSpPr>
        <p:spPr>
          <a:xfrm>
            <a:off x="3090672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55-year-old veteran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90672" y="3474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€150k, just read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market crash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92624" y="3200400"/>
            <a:ext cx="91440" cy="91440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12" name="Text 10"/>
          <p:cNvSpPr/>
          <p:nvPr/>
        </p:nvSpPr>
        <p:spPr>
          <a:xfrm>
            <a:off x="5175504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trader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75504" y="3474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she wants.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needs speed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77456" y="3200400"/>
            <a:ext cx="91440" cy="9144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15" name="Text 13"/>
          <p:cNvSpPr/>
          <p:nvPr/>
        </p:nvSpPr>
        <p:spPr>
          <a:xfrm>
            <a:off x="7260336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investor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0336" y="3474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Hasn't opened the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 4 months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93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Investing isn't one experience. It's dozens of different cognitive states.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belief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software adapts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investor.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ED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other way around.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721608"/>
            <a:ext cx="91440" cy="91440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moment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portfolio, mood, time of 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133088"/>
            <a:ext cx="91440" cy="91440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the interface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layout, density, widgets adapt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544568"/>
            <a:ext cx="91440" cy="9144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Empowers, never directs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without giving advice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+ 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468880" cy="283464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51560" y="3246120"/>
            <a:ext cx="73152" cy="73152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13 context signals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51560" y="3611880"/>
            <a:ext cx="73152" cy="73152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structured prompt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51560" y="3977640"/>
            <a:ext cx="73152" cy="73152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Claude API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03320" y="1737360"/>
            <a:ext cx="2468880" cy="283464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93192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931920" y="324612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19" name="Text 15"/>
          <p:cNvSpPr/>
          <p:nvPr/>
        </p:nvSpPr>
        <p:spPr>
          <a:xfrm>
            <a:off x="41148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investor + moment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931920" y="361188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tone, widgets, narrative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931920" y="397764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23" name="Text 19"/>
          <p:cNvSpPr/>
          <p:nvPr/>
        </p:nvSpPr>
        <p:spPr>
          <a:xfrm>
            <a:off x="411480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layout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83680" y="1737360"/>
            <a:ext cx="2468880" cy="283464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659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1228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81228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React 19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12280" y="3246120"/>
            <a:ext cx="73152" cy="73152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29" name="Text 24"/>
          <p:cNvSpPr/>
          <p:nvPr/>
        </p:nvSpPr>
        <p:spPr>
          <a:xfrm>
            <a:off x="69951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screens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812280" y="3611880"/>
            <a:ext cx="73152" cy="73152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31" name="Text 26"/>
          <p:cNvSpPr/>
          <p:nvPr/>
        </p:nvSpPr>
        <p:spPr>
          <a:xfrm>
            <a:off x="699516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what brain sends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812280" y="3977640"/>
            <a:ext cx="73152" cy="73152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33" name="Text 28"/>
          <p:cNvSpPr/>
          <p:nvPr/>
        </p:nvSpPr>
        <p:spPr>
          <a:xfrm>
            <a:off x="699516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mutates per visit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20040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Text 30"/>
          <p:cNvSpPr/>
          <p:nvPr/>
        </p:nvSpPr>
        <p:spPr>
          <a:xfrm>
            <a:off x="608076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signals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brain reads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47672"/>
            <a:ext cx="91440" cy="91440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change (7d)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73736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8" name="Shape 6"/>
          <p:cNvSpPr/>
          <p:nvPr/>
        </p:nvSpPr>
        <p:spPr>
          <a:xfrm>
            <a:off x="3794760" y="1947672"/>
            <a:ext cx="91440" cy="91440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9" name="Text 7"/>
          <p:cNvSpPr/>
          <p:nvPr/>
        </p:nvSpPr>
        <p:spPr>
          <a:xfrm>
            <a:off x="3995928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volatility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947672"/>
            <a:ext cx="91440" cy="91440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12" name="Text 10"/>
          <p:cNvSpPr/>
          <p:nvPr/>
        </p:nvSpPr>
        <p:spPr>
          <a:xfrm>
            <a:off x="6784848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count (30d)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46888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679192"/>
            <a:ext cx="91440" cy="91440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1880" y="246888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2679192"/>
            <a:ext cx="91440" cy="91440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18" name="Text 16"/>
          <p:cNvSpPr/>
          <p:nvPr/>
        </p:nvSpPr>
        <p:spPr>
          <a:xfrm>
            <a:off x="3995928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46888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2679192"/>
            <a:ext cx="91440" cy="91440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state estimate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20040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3410712"/>
            <a:ext cx="91440" cy="9144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24" name="Text 22"/>
          <p:cNvSpPr/>
          <p:nvPr/>
        </p:nvSpPr>
        <p:spPr>
          <a:xfrm>
            <a:off x="1207008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level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6" name="Shape 24"/>
          <p:cNvSpPr/>
          <p:nvPr/>
        </p:nvSpPr>
        <p:spPr>
          <a:xfrm>
            <a:off x="3794760" y="3410712"/>
            <a:ext cx="91440" cy="9144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27" name="Text 25"/>
          <p:cNvSpPr/>
          <p:nvPr/>
        </p:nvSpPr>
        <p:spPr>
          <a:xfrm>
            <a:off x="3995928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20040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0" y="3410712"/>
            <a:ext cx="91440" cy="9144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30" name="Text 28"/>
          <p:cNvSpPr/>
          <p:nvPr/>
        </p:nvSpPr>
        <p:spPr>
          <a:xfrm>
            <a:off x="6784848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393192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" y="4142232"/>
            <a:ext cx="91440" cy="91440"/>
          </a:xfrm>
          <a:prstGeom prst="ellipse">
            <a:avLst/>
          </a:prstGeom>
          <a:solidFill>
            <a:srgbClr val="E88A8A"/>
          </a:solidFill>
          <a:ln/>
        </p:spPr>
      </p:sp>
      <p:sp>
        <p:nvSpPr>
          <p:cNvPr id="33" name="Text 31"/>
          <p:cNvSpPr/>
          <p:nvPr/>
        </p:nvSpPr>
        <p:spPr>
          <a:xfrm>
            <a:off x="1207008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/ intent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11880" y="393192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35" name="Shape 33"/>
          <p:cNvSpPr/>
          <p:nvPr/>
        </p:nvSpPr>
        <p:spPr>
          <a:xfrm>
            <a:off x="3794760" y="4142232"/>
            <a:ext cx="91440" cy="91440"/>
          </a:xfrm>
          <a:prstGeom prst="ellipse">
            <a:avLst/>
          </a:prstGeom>
          <a:solidFill>
            <a:srgbClr val="E88A8A"/>
          </a:solidFill>
          <a:ln/>
        </p:spPr>
      </p:sp>
      <p:sp>
        <p:nvSpPr>
          <p:cNvPr id="36" name="Text 34"/>
          <p:cNvSpPr/>
          <p:nvPr/>
        </p:nvSpPr>
        <p:spPr>
          <a:xfrm>
            <a:off x="3995928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action taken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931920"/>
            <a:ext cx="2560320" cy="54864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38" name="Shape 36"/>
          <p:cNvSpPr/>
          <p:nvPr/>
        </p:nvSpPr>
        <p:spPr>
          <a:xfrm>
            <a:off x="6583680" y="4142232"/>
            <a:ext cx="91440" cy="91440"/>
          </a:xfrm>
          <a:prstGeom prst="ellipse">
            <a:avLst/>
          </a:prstGeom>
          <a:solidFill>
            <a:srgbClr val="E88A8A"/>
          </a:solidFill>
          <a:ln/>
        </p:spPr>
      </p:sp>
      <p:sp>
        <p:nvSpPr>
          <p:cNvPr id="39" name="Text 37"/>
          <p:cNvSpPr/>
          <p:nvPr/>
        </p:nvSpPr>
        <p:spPr>
          <a:xfrm>
            <a:off x="6784848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real-time news headlines from Yahoo Finance RSS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visit is unique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886200" cy="8229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874520"/>
            <a:ext cx="109728" cy="109728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palette, typography weight, spacing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886200" cy="8229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880360"/>
            <a:ext cx="109728" cy="109728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animations, gradient mood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3886200" cy="8229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3886200"/>
            <a:ext cx="109728" cy="109728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/ expanded / research / buy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737360"/>
            <a:ext cx="3886200" cy="8229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5166360" y="1874520"/>
            <a:ext cx="109728" cy="109728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components, in what order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743200"/>
            <a:ext cx="3886200" cy="8229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2880360"/>
            <a:ext cx="109728" cy="109728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next-step suggestions from pool of 19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749040"/>
            <a:ext cx="3886200" cy="8229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3886200"/>
            <a:ext cx="109728" cy="109728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sentences the investor reads first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person, different moment.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703320" cy="29260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965960"/>
            <a:ext cx="91440" cy="91440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D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Tuesday Evening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+0.8% this week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curious mood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check-in at 20:15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3703320"/>
            <a:ext cx="3200400" cy="9144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 view, soft gradients,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 widgets, light density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737360"/>
            <a:ext cx="3703320" cy="29260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965960"/>
            <a:ext cx="91440" cy="91440"/>
          </a:xfrm>
          <a:prstGeom prst="ellipse">
            <a:avLst/>
          </a:prstGeom>
          <a:solidFill>
            <a:srgbClr val="E8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After a Crash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-6.2% this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Anxious, checking compulsively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early at 07:42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703320"/>
            <a:ext cx="3200400" cy="9144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Reassuring tone, historical context,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breathable layout, no sell button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adaptive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9280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Flow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input, slider, real trades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11880" y="169164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928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6052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Flow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6052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summary, cost basis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0" y="169164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9280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Picker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94944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 list for research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22960" y="269748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89864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371600" y="3081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insight card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11880" y="269748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89864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6052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160520" y="3081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400800" y="269748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898648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Heatmap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949440" y="3081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sector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822960" y="370332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904488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7160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Digest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137160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Yahoo Finance headlines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611880" y="370332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3904488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16052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416052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upcoming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6400800" y="3703320"/>
            <a:ext cx="2560320" cy="822960"/>
          </a:xfrm>
          <a:prstGeom prst="rect">
            <a:avLst/>
          </a:prstGeom>
          <a:solidFill>
            <a:srgbClr val="1A1A1E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3904488"/>
            <a:ext cx="320040" cy="32004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4944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694944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filled / expired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picks which widgets to show. The frontend renders whatever it receives.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moments, three interfaces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7498080" cy="8686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1214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drop. Sophie keeps checking. The interface shifts from calm to reassuring — shows historical context instead of sell buttons, breathes slower as anxiety rises.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7498080" cy="8686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B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After 3 Months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17296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hasn't visited in 94 days. The app catches him up: portfolio grew +4.2%, €525 in dividends, 2 expired orders. Next visit flips to research mode.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7498080" cy="8686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ED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Week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22452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checks Monday through Thursday. Nothing happens. The interface gradually shifts to education, builds confidence, gently suggests exploring.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920240" cy="256032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65960"/>
            <a:ext cx="109728" cy="109728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React 19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Radix UI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authentication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1737360"/>
            <a:ext cx="1920240" cy="256032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1" name="Shape 9"/>
          <p:cNvSpPr/>
          <p:nvPr/>
        </p:nvSpPr>
        <p:spPr>
          <a:xfrm>
            <a:off x="3108960" y="1965960"/>
            <a:ext cx="109728" cy="109728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SQLite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0896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prices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1737360"/>
            <a:ext cx="1920240" cy="256032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0" y="1965960"/>
            <a:ext cx="109728" cy="109728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(Haiku 4.5)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6-module prompt 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responses (10min)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1737360"/>
            <a:ext cx="1920240" cy="256032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1965960"/>
            <a:ext cx="109728" cy="109728"/>
          </a:xfrm>
          <a:prstGeom prst="ellipse">
            <a:avLst/>
          </a:prstGeom>
          <a:solidFill>
            <a:srgbClr val="E88A8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simulator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buy/sell trades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unit tests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Investing apps were built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world where software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E4E2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couldn't know anything about you.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ED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world is gone.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37216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feel understood, not processed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0416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meets reassurance, not more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meets catch-up, not a wall of charts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73152" cy="73152"/>
          </a:xfrm>
          <a:prstGeom prst="ellipse">
            <a:avLst/>
          </a:prstGeom>
          <a:solidFill>
            <a:srgbClr val="7EDBA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817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3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becomes a reflection of the moment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InvestSuite — Adaptive Investing Interface</dc:title>
  <dc:subject>PptxGenJS Presentation</dc:subject>
  <dc:creator>Team 25</dc:creator>
  <cp:lastModifiedBy>Team 25</cp:lastModifiedBy>
  <cp:revision>1</cp:revision>
  <dcterms:created xsi:type="dcterms:W3CDTF">2026-03-11T14:21:04Z</dcterms:created>
  <dcterms:modified xsi:type="dcterms:W3CDTF">2026-03-11T14:21:04Z</dcterms:modified>
</cp:coreProperties>
</file>